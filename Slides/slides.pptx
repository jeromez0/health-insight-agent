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Health Insight Agent — Slide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8 slides. Speaker notes are in </a:t>
            </a:r>
            <a:r>
              <a:rPr sz="2000">
                <a:latin typeface="Courier"/>
              </a:rPr>
              <a:t>speaker_notes.md</a:t>
            </a:r>
            <a:r>
              <a:rPr sz="2000"/>
              <a:t>. Total target presentation time: 6-7 minutes.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1: Title</a:t>
            </a:r>
          </a:p>
          <a:p>
            <a:pPr lvl="0" indent="0" marL="0">
              <a:buNone/>
            </a:pPr>
            <a:r>
              <a:rPr b="1"/>
              <a:t>Health Insight Agent</a:t>
            </a:r>
          </a:p>
          <a:p>
            <a:pPr lvl="0" indent="0" marL="0">
              <a:buNone/>
            </a:pPr>
            <a:r>
              <a:rPr/>
              <a:t>A Multi-Agent LLM Architecture for Personal Longitudinal Health Data Interpretation</a:t>
            </a:r>
          </a:p>
          <a:p>
            <a:pPr lvl="0" indent="0" marL="0">
              <a:buNone/>
            </a:pPr>
            <a:r>
              <a:rPr/>
              <a:t>Jerome Zhang · MSAI High-Risk Project · Spring 2026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2: The Problem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Personal Health Data Is Fragmented</a:t>
            </a:r>
          </a:p>
          <a:p>
            <a:pPr lvl="0"/>
            <a:r>
              <a:rPr b="1"/>
              <a:t>Wearables</a:t>
            </a:r>
            <a:r>
              <a:rPr/>
              <a:t> capture biometrics (HRV, sleep, body battery)</a:t>
            </a:r>
          </a:p>
          <a:p>
            <a:pPr lvl="0"/>
            <a:r>
              <a:rPr b="1"/>
              <a:t>Food apps</a:t>
            </a:r>
            <a:r>
              <a:rPr/>
              <a:t> track nutrition (macros, micros)</a:t>
            </a:r>
          </a:p>
          <a:p>
            <a:pPr lvl="0"/>
            <a:r>
              <a:rPr b="1"/>
              <a:t>Training journals</a:t>
            </a:r>
            <a:r>
              <a:rPr/>
              <a:t> log resistance work</a:t>
            </a:r>
          </a:p>
          <a:p>
            <a:pPr lvl="0"/>
            <a:r>
              <a:rPr/>
              <a:t>…but no system unifies them into actionable insights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Existing LLM approaches use single-shot prompting</a:t>
            </a:r>
          </a:p>
          <a:p>
            <a:pPr lvl="0"/>
            <a:r>
              <a:rPr/>
              <a:t>Dump everything into one prompt</a:t>
            </a:r>
          </a:p>
          <a:p>
            <a:pPr lvl="0"/>
            <a:r>
              <a:rPr/>
              <a:t>Ask the LLM to figure it out</a:t>
            </a:r>
          </a:p>
          <a:p>
            <a:pPr lvl="0"/>
            <a:r>
              <a:rPr/>
              <a:t>Generic, ungrounded outputs</a:t>
            </a:r>
          </a:p>
          <a:p>
            <a:pPr lvl="0"/>
            <a:r>
              <a:rPr/>
              <a:t>Hidden cross-domain disagreements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3: Research Question</a:t>
            </a:r>
          </a:p>
          <a:p>
            <a:pPr lvl="0" indent="0" marL="1270000">
              <a:buNone/>
            </a:pPr>
            <a:r>
              <a:rPr sz="2000" i="1"/>
              <a:t>Does a multi-agent LLM architecture produce more grounded, domain-specific health insights than single-shot LLM prompting on identical longitudinal personal health data?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Approach</a:t>
            </a:r>
          </a:p>
          <a:p>
            <a:pPr lvl="0" indent="0" marL="0">
              <a:buNone/>
            </a:pPr>
            <a:r>
              <a:rPr/>
              <a:t>Build both. Compare side-by-side. Measure what differs.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4: Method —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7-Day Personal Health Data
              (Macros + Workouts + Garmin biometrics)
                              │
       ┌──────────────────────┼──────────────────────┐
       ▼                      ▼                      ▼
  ┌────────┐           ┌──────────┐          ┌──────────┐
  │Nutrition│           │ Training │          │ Recovery │       Stage 1
  │  Agent  │           │  Agent   │          │  Agent   │     (parallel)
  └────┬────┘           └─────┬────┘          └─────┬────┘
       │                      │                     │
       └──────────────────────┼─────────────────────┘
                              ▼
                      ┌──────────────┐
                      │ Orchestrator │                          Stage 2
                      │    Agent     │
                      └──────┬───────┘
                             ▼
                    3-5 Cross-Domain Insights</a:t>
            </a:r>
          </a:p>
          <a:p>
            <a:pPr lvl="0"/>
            <a:r>
              <a:rPr b="1"/>
              <a:t>Single-shot mode:</a:t>
            </a:r>
            <a:r>
              <a:rPr/>
              <a:t> 1 LLM call. All data. Direct prompt → output.</a:t>
            </a:r>
          </a:p>
          <a:p>
            <a:pPr lvl="0"/>
            <a:r>
              <a:rPr b="1"/>
              <a:t>Multi-agent mode:</a:t>
            </a:r>
            <a:r>
              <a:rPr/>
              <a:t> 4 LLM calls. 3 specialists in parallel + 1 orchestrator.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5: Implementation</a:t>
            </a:r>
          </a:p>
          <a:p>
            <a:pPr lvl="0"/>
            <a:r>
              <a:rPr b="1"/>
              <a:t>Platform:</a:t>
            </a:r>
            <a:r>
              <a:rPr/>
              <a:t> Native iOS app (SwiftUI, iOS 17+)</a:t>
            </a:r>
          </a:p>
          <a:p>
            <a:pPr lvl="0"/>
            <a:r>
              <a:rPr b="1"/>
              <a:t>LLM:</a:t>
            </a:r>
            <a:r>
              <a:rPr/>
              <a:t> GPT-4o-mini via OpenAI Chat Completions API</a:t>
            </a:r>
          </a:p>
          <a:p>
            <a:pPr lvl="0"/>
            <a:r>
              <a:rPr b="1"/>
              <a:t>Networking:</a:t>
            </a:r>
            <a:r>
              <a:rPr/>
              <a:t> pure URLSession, no SDK</a:t>
            </a:r>
          </a:p>
          <a:p>
            <a:pPr lvl="0"/>
            <a:r>
              <a:rPr b="1"/>
              <a:t>Data:</a:t>
            </a:r>
            <a:r>
              <a:rPr/>
              <a:t> 7 days of real self-tracked data (Apr 19-25, 2026)</a:t>
            </a:r>
          </a:p>
          <a:p>
            <a:pPr lvl="0"/>
            <a:r>
              <a:rPr b="1"/>
              <a:t>Domains:</a:t>
            </a:r>
            <a:r>
              <a:rPr/>
              <a:t> macros (food log) + workouts (split + main lift) + Garmin (HRV, body battery, training readiness)</a:t>
            </a:r>
          </a:p>
          <a:p>
            <a:pPr lvl="0" indent="0" marL="0">
              <a:buNone/>
            </a:pPr>
            <a:r>
              <a:rPr/>
              <a:t>[INCLUDE 1 SCREENSHOT OF THE APP HERE — recommend the segmented control + insights card]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6: Results</a:t>
            </a:r>
          </a:p>
          <a:p>
            <a:pPr lvl="0" indent="0" marL="0">
              <a:buNone/>
            </a:pPr>
            <a:r>
              <a:rPr/>
              <a:t>n=5 generations per mode, identical 7-day dataset, GPT-4o-mini, temp 0.4.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Multi-Agent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Grounding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Cross-domain integration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76% (range 40-100%)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  <a:r>
                        <a:rPr/>
                        <a:t> (no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tokens (mean)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3603 (</a:t>
                      </a:r>
                      <a:r>
                        <a:rPr b="1"/>
                        <a:t>2.66×</a:t>
                      </a:r>
                      <a:r>
                        <a:rPr/>
                        <a:t>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Wall-clock latency (mean)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9.80s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13.90s (</a:t>
                      </a:r>
                      <a:r>
                        <a:rPr b="1"/>
                        <a:t>1.42×</a:t>
                      </a:r>
                      <a:r>
                        <a:rPr/>
                        <a:t>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LLM calls / generation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Headline finding</a:t>
            </a:r>
          </a:p>
          <a:p>
            <a:pPr lvl="0" indent="0" marL="0">
              <a:buNone/>
            </a:pPr>
            <a:r>
              <a:rPr/>
              <a:t>Both architectures hit 100% grounding (no hallucinated values). Multi-agent’s win is </a:t>
            </a:r>
            <a:r>
              <a:rPr b="1"/>
              <a:t>consistency on cross-domain integration</a:t>
            </a:r>
            <a:r>
              <a:rPr/>
              <a:t> — it never dropped below 100%, while single-shot had one run at 40%. Cost: 2.66× tokens, 1.42× latency.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7: Future Directions</a:t>
            </a:r>
          </a:p>
          <a:p>
            <a:pPr lvl="0"/>
            <a:r>
              <a:rPr b="1"/>
              <a:t>Scale up:</a:t>
            </a:r>
            <a:r>
              <a:rPr/>
              <a:t> evaluate on public datasets (LifeSnaps, MyHeart Counts) across many users</a:t>
            </a:r>
          </a:p>
          <a:p>
            <a:pPr lvl="0"/>
            <a:r>
              <a:rPr b="1"/>
              <a:t>Clinical validation:</a:t>
            </a:r>
            <a:r>
              <a:rPr/>
              <a:t> pair LLM outputs with clinician annotation for correctness, not just grounding</a:t>
            </a:r>
          </a:p>
          <a:p>
            <a:pPr lvl="0"/>
            <a:r>
              <a:rPr b="1"/>
              <a:t>Adaptive routing:</a:t>
            </a:r>
            <a:r>
              <a:rPr/>
              <a:t> dynamically choose which specialists to invoke based on user query</a:t>
            </a:r>
          </a:p>
          <a:p>
            <a:pPr lvl="0"/>
            <a:r>
              <a:rPr b="1"/>
              <a:t>On-device inference:</a:t>
            </a:r>
            <a:r>
              <a:rPr/>
              <a:t> swap GPT-4o-mini for Apple’s Foundation Models framework — privacy-preserving deployment</a:t>
            </a:r>
          </a:p>
          <a:p>
            <a:pPr lvl="0"/>
            <a:r>
              <a:rPr b="1"/>
              <a:t>Persistent memory:</a:t>
            </a:r>
            <a:r>
              <a:rPr/>
              <a:t> cross-session insight tracking (“did you act on last week’s recommendation?”)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8: Thank You</a:t>
            </a:r>
          </a:p>
          <a:p>
            <a:pPr lvl="0" indent="0" marL="0">
              <a:buNone/>
            </a:pPr>
            <a:r>
              <a:rPr b="1"/>
              <a:t>Jerome Zhang</a:t>
            </a:r>
            <a:r>
              <a:rPr/>
              <a:t> · MSAI High-Risk Project · Spring 2026</a:t>
            </a:r>
          </a:p>
          <a:p>
            <a:pPr lvl="0" indent="0" marL="0">
              <a:buNone/>
            </a:pPr>
            <a:r>
              <a:rPr/>
              <a:t>Code &amp; report: [repository URL]</a:t>
            </a:r>
          </a:p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2026-04-28T04:20:26Z</dcterms:created>
  <dcterms:modified xsi:type="dcterms:W3CDTF">2026-04-28T04:20:26Z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